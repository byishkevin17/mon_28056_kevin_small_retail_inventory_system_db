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68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38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9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8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57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8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2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6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10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5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3319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12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0254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25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44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19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1F309-02B7-42BB-B0A7-C4229782CEF7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822667F-8311-42CA-BCE4-280FB28A9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6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EF39-CBB4-4CE9-B28C-30357A80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811" y="1283367"/>
            <a:ext cx="7515726" cy="513349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Small Retail Inventory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649CDF-7741-47ED-A364-9735AA9D6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84947"/>
            <a:ext cx="9144000" cy="4104691"/>
          </a:xfrm>
        </p:spPr>
        <p:txBody>
          <a:bodyPr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PL/SQL Capstone Project (Phase I - VIII)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Student Name: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BYISHIMO Kevin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Student ID: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28056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Course: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INSY 8311 - Database Development with PL/SQL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Institution: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Adventist University of Central Africa (AUCA)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Monday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6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December. 2025</a:t>
            </a:r>
          </a:p>
        </p:txBody>
      </p:sp>
    </p:spTree>
    <p:extLst>
      <p:ext uri="{BB962C8B-B14F-4D97-AF65-F5344CB8AC3E}">
        <p14:creationId xmlns:p14="http://schemas.microsoft.com/office/powerpoint/2010/main" val="3177114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1378-5D65-4624-8F7F-A0784FF3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The Problem (Phase 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D39E-5CE8-411E-B1CB-AE3FEA60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Issue: Manual Inefficiency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Current retail tracking relies on paper records or disconnected spreadsheets.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Pain Point: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Stock updates lag behind actual sales, leading to "ghost inventory."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Risk: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High frequency of stockouts for popular items and overstocking of slow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Lack of Control: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No security restrictions; unauthorized staff can alter stock levels at any time (even on weekends).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3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C53BD-0235-4A95-B47C-70307B06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211179"/>
            <a:ext cx="10591800" cy="1459832"/>
          </a:xfrm>
        </p:spPr>
        <p:txBody>
          <a:bodyPr/>
          <a:lstStyle/>
          <a:p>
            <a:r>
              <a:rPr lang="en-US" dirty="0"/>
              <a:t>The Solution (Phase I)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42419F-87DA-4BBD-8D8E-91F910A285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01075"/>
            <a:ext cx="551914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Objective: Centralized Oracle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Tracking: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Sales deduct inventory instantly via PL/SQL.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Integrity: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Foreign Keys link Sales, Products, and Suppliers.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"Time-based Access Control" blocks unauthorized edits.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Zero data latency and complete auditability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450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2ADA-DE79-4E2F-A104-CC215FC8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Database Design (Phase III)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649BA-019D-4121-9FE0-E0DB7241D3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594584"/>
            <a:ext cx="6240379" cy="31057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BFA447-26ED-4C20-B954-58F8B68855E6}"/>
              </a:ext>
            </a:extLst>
          </p:cNvPr>
          <p:cNvSpPr txBox="1"/>
          <p:nvPr/>
        </p:nvSpPr>
        <p:spPr>
          <a:xfrm>
            <a:off x="6432884" y="1556084"/>
            <a:ext cx="556661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Key Entities: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SUPPLIERS &amp; PRODUCTS: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Core inventory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SALES: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Transactional history linked to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AUDIT_LOG: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Security table for tracking DML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Design: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3NF compliant with 1:Many relationships.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155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283B-A68C-4CEA-B56C-C60B60EF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38637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Business Process (Phase II)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4E6097-A7D7-493C-8EF6-EAC38F7ABD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43" y="1884947"/>
            <a:ext cx="5698958" cy="4812632"/>
          </a:xfr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9125901-813A-4E5C-84CB-1F809119304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06253" y="2864494"/>
            <a:ext cx="4186989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Monitor: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Inventory Manager checks levels.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Transact: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Sales are recorded $\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rightarrow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 System triggers auto-update.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 Node: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System checks: Is Stock &lt; Threshold?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If Low $\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rightarrow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 Alert Manager. If Normal $\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rightarrow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 Complete Transaction.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014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75CE6-2B60-40AC-B4E7-B8C30F74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err="1"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200" dirty="0" err="1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r>
              <a:rPr lang="fr-FR" sz="3200" dirty="0">
                <a:latin typeface="Arial" panose="020B0604020202020204" pitchFamily="34" charset="0"/>
                <a:cs typeface="Arial" panose="020B0604020202020204" pitchFamily="34" charset="0"/>
              </a:rPr>
              <a:t> (Phase V &amp; VI)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104F25-C0A9-4338-A2FE-6A68D76DE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9495" y="2970614"/>
            <a:ext cx="107843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PL/SQL Architecture: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Procedures: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register_sale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(product, qty): Handles the transaction logic and stock deduction transactionally.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Functions: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check_stock_status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(id): Returns 'LOW_STOCK' or 'IN_STOCK'.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get_inventory_value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(): Calculates total asset value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Volume: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Populated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400+ realistic rows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using PL/SQL bulk generation loops.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60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671D-218F-4B76-9BF7-A60E3EC1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Advanced Features (Phase VII)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28B3D0-F635-4CB0-9ED3-5D64B3A4C3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718" y="2237874"/>
            <a:ext cx="4313237" cy="3605519"/>
          </a:xfr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A4232B06-9548-4AF3-9D32-D0891F84F34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96000" y="2672213"/>
            <a:ext cx="5574632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Security &amp; Auditing: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Critical Requirement: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Restricted DML on Weekdays/Holidays.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Trigger Implemented: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trg_audit_products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Logic: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Checks SYSDATE against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holiday_calendar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current Day.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If Day = Mon-Fri $\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rightarrow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 Raise Error (ORA-20002: Access Denied).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Audit Package: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audit_pkg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captures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attempt (User, Time, Operation, Status) even if the transaction fails (Autonomous Transaction).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98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F8B0-2CDC-4435-B09F-9E9AB3591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 &amp; Analytics (Phase VIII)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5630F4-186B-44FC-A5CB-9AC8608DE8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45" y="1986399"/>
            <a:ext cx="4313237" cy="224385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6C1B78-FDF2-4E4D-B3C0-D60957DEE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2780" y="1690688"/>
            <a:ext cx="5181600" cy="4004259"/>
          </a:xfrm>
        </p:spPr>
        <p:txBody>
          <a:bodyPr>
            <a:no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Decision Support Metrics: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Sales Trends: Window functions (LAG/LEAD) analyze daily sales growth.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Query: SELECT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TO_CHAR(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Sale_Date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'YYYY-MM-DD') 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Sale_Day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SUM(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Quantity_Sold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Daily_Total_Sold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SUM(SUM(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Quantity_Sold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)) OVER (ORDER BY TO_CHAR(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Sale_Date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'YYYY-MM-DD')) 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Running_Total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 Sales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GROUP BY TO_CHAR(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Sale_Date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'YYYY-MM-DD')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ORDER BY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Sale_Day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Inventory Valuation: Real-time calculation of capital tied up in stock.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Supplier Performance: Tracking supply frequency and reliability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3504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40A9B-6FEE-4D60-BDEA-970E9EFE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Test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9D7492-675F-4F0C-A9FE-A4375D9581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181" y="2003361"/>
            <a:ext cx="4313237" cy="2246381"/>
          </a:xfr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4C89E6E-E065-48B0-83A7-609912A54DF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911516" y="2700239"/>
            <a:ext cx="591953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Success: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"400 rows inserted" message from the data generator.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Restriction: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ORA-20002 error when you tried to update stock on a Monday (proving the security works).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Audit Log: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SELECT * FROM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audit_log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showing "DENIED" entries.</a:t>
            </a:r>
          </a:p>
        </p:txBody>
      </p:sp>
    </p:spTree>
    <p:extLst>
      <p:ext uri="{BB962C8B-B14F-4D97-AF65-F5344CB8AC3E}">
        <p14:creationId xmlns:p14="http://schemas.microsoft.com/office/powerpoint/2010/main" val="2349087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BAB3-B3C8-4695-BA5E-EE78ECAE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984B8-56D7-47F8-8DEB-EA1460341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6" y="1825625"/>
            <a:ext cx="7339263" cy="2473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Achievements: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Successfully migrated from manual tracking to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fully automated Oracle backend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Implemented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strict business rules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preventing unauthorized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Delivered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architecture ready for BI integration.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Future Enhancements: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Add a front-end (Oracle APEX) for cashiers.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Implement automatic email notifications for reordering.</a:t>
            </a: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59427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72</TotalTime>
  <Words>686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Small Retail Inventory Management System</vt:lpstr>
      <vt:lpstr>The Problem (Phase I)</vt:lpstr>
      <vt:lpstr>The Solution (Phase I)</vt:lpstr>
      <vt:lpstr> Database Design (Phase III)</vt:lpstr>
      <vt:lpstr>Business Process (Phase II)</vt:lpstr>
      <vt:lpstr>Technical Implementation (Phase V &amp; VI)</vt:lpstr>
      <vt:lpstr>Advanced Features (Phase VII)</vt:lpstr>
      <vt:lpstr>BI &amp; Analytics (Phase VIII)</vt:lpstr>
      <vt:lpstr>Test 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Retail Inventory Management System</dc:title>
  <dc:creator>KEVIN BYISHIMO</dc:creator>
  <cp:lastModifiedBy>KEVIN BYISHIMO</cp:lastModifiedBy>
  <cp:revision>9</cp:revision>
  <dcterms:created xsi:type="dcterms:W3CDTF">2025-12-08T09:46:16Z</dcterms:created>
  <dcterms:modified xsi:type="dcterms:W3CDTF">2025-12-08T10:59:04Z</dcterms:modified>
</cp:coreProperties>
</file>